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A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CBCC4-6024-4F75-B13A-0DE8034307B4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B364B-A982-4CE1-A895-01877BC55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403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CBCC4-6024-4F75-B13A-0DE8034307B4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B364B-A982-4CE1-A895-01877BC55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410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CBCC4-6024-4F75-B13A-0DE8034307B4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B364B-A982-4CE1-A895-01877BC55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8607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CBCC4-6024-4F75-B13A-0DE8034307B4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B364B-A982-4CE1-A895-01877BC55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8606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CBCC4-6024-4F75-B13A-0DE8034307B4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B364B-A982-4CE1-A895-01877BC55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3901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CBCC4-6024-4F75-B13A-0DE8034307B4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B364B-A982-4CE1-A895-01877BC55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219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CBCC4-6024-4F75-B13A-0DE8034307B4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B364B-A982-4CE1-A895-01877BC55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470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CBCC4-6024-4F75-B13A-0DE8034307B4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B364B-A982-4CE1-A895-01877BC55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90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8B4CBCC4-6024-4F75-B13A-0DE8034307B4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3B4B364B-A982-4CE1-A895-01877BC55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653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CBCC4-6024-4F75-B13A-0DE8034307B4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B364B-A982-4CE1-A895-01877BC55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570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CBCC4-6024-4F75-B13A-0DE8034307B4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B364B-A982-4CE1-A895-01877BC55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509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CBCC4-6024-4F75-B13A-0DE8034307B4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B364B-A982-4CE1-A895-01877BC55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524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CBCC4-6024-4F75-B13A-0DE8034307B4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B364B-A982-4CE1-A895-01877BC55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2504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CBCC4-6024-4F75-B13A-0DE8034307B4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B364B-A982-4CE1-A895-01877BC55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6396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CBCC4-6024-4F75-B13A-0DE8034307B4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B364B-A982-4CE1-A895-01877BC55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9381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CBCC4-6024-4F75-B13A-0DE8034307B4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B364B-A982-4CE1-A895-01877BC55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6400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CBCC4-6024-4F75-B13A-0DE8034307B4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B364B-A982-4CE1-A895-01877BC55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3542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8B4CBCC4-6024-4F75-B13A-0DE8034307B4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3B4B364B-A982-4CE1-A895-01877BC55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0336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4.JPG"/><Relationship Id="rId7" Type="http://schemas.openxmlformats.org/officeDocument/2006/relationships/image" Target="../media/image8.JPG"/><Relationship Id="rId12" Type="http://schemas.openxmlformats.org/officeDocument/2006/relationships/image" Target="../media/image13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5" Type="http://schemas.openxmlformats.org/officeDocument/2006/relationships/image" Target="../media/image6.JPG"/><Relationship Id="rId10" Type="http://schemas.openxmlformats.org/officeDocument/2006/relationships/image" Target="../media/image11.JPG"/><Relationship Id="rId4" Type="http://schemas.openxmlformats.org/officeDocument/2006/relationships/image" Target="../media/image5.JPG"/><Relationship Id="rId9" Type="http://schemas.openxmlformats.org/officeDocument/2006/relationships/image" Target="../media/image10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0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A7355-B3F6-4B62-BE99-77FA7B93FF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5335" y="289856"/>
            <a:ext cx="9743653" cy="1074198"/>
          </a:xfrm>
        </p:spPr>
        <p:txBody>
          <a:bodyPr>
            <a:normAutofit/>
          </a:bodyPr>
          <a:lstStyle/>
          <a:p>
            <a:r>
              <a:rPr lang="en-GB" sz="4200" dirty="0">
                <a:solidFill>
                  <a:srgbClr val="CC9A23"/>
                </a:soli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</a:effectLst>
                <a:latin typeface="Arial Black" panose="020B0A04020102020204" pitchFamily="34" charset="0"/>
              </a:rPr>
              <a:t>SQL Project Music Store</a:t>
            </a:r>
            <a:endParaRPr lang="en-IN" sz="4200" dirty="0">
              <a:solidFill>
                <a:srgbClr val="CC9A23"/>
              </a:solidFill>
              <a:effectLst>
                <a:glow rad="38100">
                  <a:schemeClr val="bg1">
                    <a:lumMod val="65000"/>
                    <a:lumOff val="35000"/>
                    <a:alpha val="50000"/>
                  </a:schemeClr>
                </a:glow>
              </a:effectLst>
              <a:latin typeface="Arial Black" panose="020B0A040201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1D1766-57DA-498E-B736-25AE6DD5701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09"/>
          <a:stretch/>
        </p:blipFill>
        <p:spPr>
          <a:xfrm>
            <a:off x="0" y="1993391"/>
            <a:ext cx="12192000" cy="4864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09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5B478-C4CE-4DCF-9E98-B2FFC431B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1871" y="562105"/>
            <a:ext cx="3812110" cy="292963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9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Tables</a:t>
            </a:r>
            <a:br>
              <a:rPr lang="en-GB" dirty="0"/>
            </a:br>
            <a:endParaRPr lang="en-IN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8984848-45D8-4B6B-9178-B142A3AEE1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17" y="5643961"/>
            <a:ext cx="3459480" cy="10686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FFE1C6B-B92D-40B8-8091-1E0E9F3315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569" y="4106218"/>
            <a:ext cx="2326087" cy="109004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EE52A37-86F1-4620-ADD3-C2F2E3FCFE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0351" y="905614"/>
            <a:ext cx="4192332" cy="149898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365799B3-23C7-4112-85D3-98340A015E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17" y="887359"/>
            <a:ext cx="5228060" cy="15621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53359DF-516C-4FEC-A1C2-4955646953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8560" y="3795675"/>
            <a:ext cx="1718675" cy="10686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EABF3F6A-2795-4C9B-A86F-4FA3A95CBE5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3981" y="2968933"/>
            <a:ext cx="3634055" cy="109060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238510C3-FAD4-4F34-B4C9-514042A30BB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3981" y="4542685"/>
            <a:ext cx="3708702" cy="10686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E930B418-EB03-40F2-B556-D86B1120FDC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5072" y="5839995"/>
            <a:ext cx="2747611" cy="92964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2E77B3DD-9B31-496F-BA06-0D88D633201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594" y="2778299"/>
            <a:ext cx="2326100" cy="99907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6D354175-EACA-4684-934C-1E1ED2069C1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987" y="3919427"/>
            <a:ext cx="1490981" cy="94487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D106102-D642-4639-8272-0448C5B8900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3822" y="5719743"/>
            <a:ext cx="4192331" cy="9220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DC9C5F5-3398-4F63-AB95-7577E0A1FAD1}"/>
              </a:ext>
            </a:extLst>
          </p:cNvPr>
          <p:cNvCxnSpPr/>
          <p:nvPr/>
        </p:nvCxnSpPr>
        <p:spPr>
          <a:xfrm>
            <a:off x="5521911" y="1171852"/>
            <a:ext cx="21839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9A57F6E-7E8A-4983-97E3-C4EAA09A770A}"/>
              </a:ext>
            </a:extLst>
          </p:cNvPr>
          <p:cNvCxnSpPr>
            <a:cxnSpLocks/>
          </p:cNvCxnSpPr>
          <p:nvPr/>
        </p:nvCxnSpPr>
        <p:spPr>
          <a:xfrm>
            <a:off x="9489563" y="2485794"/>
            <a:ext cx="0" cy="401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87E08FC-0052-4565-9F87-5878DC8A92F4}"/>
              </a:ext>
            </a:extLst>
          </p:cNvPr>
          <p:cNvCxnSpPr>
            <a:cxnSpLocks/>
          </p:cNvCxnSpPr>
          <p:nvPr/>
        </p:nvCxnSpPr>
        <p:spPr>
          <a:xfrm>
            <a:off x="10386874" y="4108236"/>
            <a:ext cx="0" cy="3305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5D22642-0E0A-42E3-9F72-E03E7B12F49B}"/>
              </a:ext>
            </a:extLst>
          </p:cNvPr>
          <p:cNvCxnSpPr>
            <a:cxnSpLocks/>
          </p:cNvCxnSpPr>
          <p:nvPr/>
        </p:nvCxnSpPr>
        <p:spPr>
          <a:xfrm>
            <a:off x="8536988" y="6295938"/>
            <a:ext cx="5950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4BDDA1E-5DB3-4041-8745-5E4ECE64F4BC}"/>
              </a:ext>
            </a:extLst>
          </p:cNvPr>
          <p:cNvCxnSpPr>
            <a:cxnSpLocks/>
          </p:cNvCxnSpPr>
          <p:nvPr/>
        </p:nvCxnSpPr>
        <p:spPr>
          <a:xfrm>
            <a:off x="6956655" y="5003696"/>
            <a:ext cx="0" cy="5430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DD486023-E170-4471-AAED-2FDFDB7FF6C0}"/>
              </a:ext>
            </a:extLst>
          </p:cNvPr>
          <p:cNvCxnSpPr>
            <a:cxnSpLocks/>
          </p:cNvCxnSpPr>
          <p:nvPr/>
        </p:nvCxnSpPr>
        <p:spPr>
          <a:xfrm flipH="1">
            <a:off x="8536988" y="5611312"/>
            <a:ext cx="793716" cy="341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895640B0-26C5-4288-8416-8508CC7D7D08}"/>
              </a:ext>
            </a:extLst>
          </p:cNvPr>
          <p:cNvCxnSpPr>
            <a:cxnSpLocks/>
          </p:cNvCxnSpPr>
          <p:nvPr/>
        </p:nvCxnSpPr>
        <p:spPr>
          <a:xfrm>
            <a:off x="4893076" y="5009627"/>
            <a:ext cx="0" cy="531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92EA6C0B-74C5-45F7-9516-4C39C0448B95}"/>
              </a:ext>
            </a:extLst>
          </p:cNvPr>
          <p:cNvCxnSpPr>
            <a:cxnSpLocks/>
          </p:cNvCxnSpPr>
          <p:nvPr/>
        </p:nvCxnSpPr>
        <p:spPr>
          <a:xfrm>
            <a:off x="2821324" y="3142695"/>
            <a:ext cx="1422664" cy="6346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F175D9D6-C3E0-4FA0-B24C-937E86287F41}"/>
              </a:ext>
            </a:extLst>
          </p:cNvPr>
          <p:cNvCxnSpPr>
            <a:cxnSpLocks/>
          </p:cNvCxnSpPr>
          <p:nvPr/>
        </p:nvCxnSpPr>
        <p:spPr>
          <a:xfrm>
            <a:off x="1340531" y="5296658"/>
            <a:ext cx="0" cy="336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C3A031DD-ADFB-4851-9668-C6EC2DFAC01F}"/>
              </a:ext>
            </a:extLst>
          </p:cNvPr>
          <p:cNvCxnSpPr>
            <a:cxnSpLocks/>
          </p:cNvCxnSpPr>
          <p:nvPr/>
        </p:nvCxnSpPr>
        <p:spPr>
          <a:xfrm>
            <a:off x="3706889" y="6189045"/>
            <a:ext cx="4216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5081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51DCE-AC98-498A-9BBE-3B7CD1F16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16" y="274019"/>
            <a:ext cx="10765765" cy="861133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CC9A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the most senior employee based on job title.</a:t>
            </a:r>
            <a:endParaRPr lang="en-IN" dirty="0">
              <a:solidFill>
                <a:srgbClr val="CC9A2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E5AA78-E6F7-4BBA-B093-9726C6F481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130" y="1469980"/>
            <a:ext cx="6544432" cy="6760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7827BDE-DCFE-429A-A94F-B2D08CFC7F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5557" y="2543025"/>
            <a:ext cx="3744231" cy="6760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47C314A-7C15-4F83-B988-F51E3A7402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9000"/>
            <a:ext cx="12191999" cy="342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793603"/>
      </p:ext>
    </p:extLst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2321D-B24A-48FE-963F-0405C329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3538" y="199082"/>
            <a:ext cx="6901073" cy="1371600"/>
          </a:xfrm>
        </p:spPr>
        <p:txBody>
          <a:bodyPr/>
          <a:lstStyle/>
          <a:p>
            <a:r>
              <a:rPr lang="en-GB" dirty="0">
                <a:solidFill>
                  <a:srgbClr val="CC9A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which countries have the most invoices. </a:t>
            </a:r>
            <a:endParaRPr lang="en-IN" dirty="0">
              <a:solidFill>
                <a:srgbClr val="CC9A2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5B7A7F2-CD8B-4C50-9F9C-E1A9DCA707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3538" y="1871007"/>
            <a:ext cx="6901073" cy="86106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B18CC81-73B5-48B2-A725-CAF01BB72D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0643" y="3224814"/>
            <a:ext cx="1737360" cy="335842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C314614-C940-4A62-AB55-B62E5B62E4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3398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068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59FBE-7A75-4B60-81F1-24BB9381C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259" y="208699"/>
            <a:ext cx="6161103" cy="603682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CC9A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the top 3 invoice totals.</a:t>
            </a:r>
            <a:endParaRPr lang="en-IN" dirty="0">
              <a:solidFill>
                <a:srgbClr val="CC9A2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A79DEC-E3A5-4759-A8F2-D9BB3AEBFC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244" y="1091184"/>
            <a:ext cx="6530340" cy="4541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31C601-ADA6-46B8-AED8-605CC56C27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7170" y="1759459"/>
            <a:ext cx="1536192" cy="6949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35D7C3-D643-4A07-8133-F6FD9DECFC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06625"/>
            <a:ext cx="12192000" cy="415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766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87D71-7EF8-4E36-A7DA-BD09402B0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715" y="633569"/>
            <a:ext cx="7301254" cy="18288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CC9A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the city with the highest total invoice amount to determine the best location for a promotional event.</a:t>
            </a:r>
            <a:endParaRPr lang="en-IN" dirty="0">
              <a:solidFill>
                <a:srgbClr val="CC9A2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9B2272-9221-496D-8D30-08B82AC16B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350" y="0"/>
            <a:ext cx="437965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D71997-09BF-402B-89E1-8363EDEB90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18" y="3287845"/>
            <a:ext cx="7130248" cy="6272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4DD4A9-A22F-496B-90B4-BEC48E72E6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1632" y="4785065"/>
            <a:ext cx="1983420" cy="524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552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64572-33B0-444E-8550-543CB517B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9123" y="488272"/>
            <a:ext cx="6120524" cy="1125244"/>
          </a:xfrm>
        </p:spPr>
        <p:txBody>
          <a:bodyPr/>
          <a:lstStyle/>
          <a:p>
            <a:r>
              <a:rPr lang="en-GB" dirty="0">
                <a:solidFill>
                  <a:srgbClr val="CC9A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the customer who has spent the most money.</a:t>
            </a:r>
            <a:endParaRPr lang="en-IN" b="1" dirty="0">
              <a:solidFill>
                <a:srgbClr val="CC9A2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B233C3-9CB1-428E-9A13-F676E9DB56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462" y="2096314"/>
            <a:ext cx="6234899" cy="17255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580A79-6980-4E68-B449-4FBD8AFED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816" y="5051395"/>
            <a:ext cx="3221743" cy="6042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81DCAA4-31A7-41D5-8F71-AFC5A1B2AA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6" y="0"/>
            <a:ext cx="45276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441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33DDC-330B-4382-B942-F4770F24C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431" y="363985"/>
            <a:ext cx="7661429" cy="887767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CC9A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the email, first name, and last name of customers who listen to Rock music.</a:t>
            </a:r>
            <a:endParaRPr lang="en-IN" dirty="0">
              <a:solidFill>
                <a:srgbClr val="CC9A2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D41416-2A1A-4D53-8419-814387CF0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31" y="1376040"/>
            <a:ext cx="4012707" cy="15358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3AFB43-C0BC-40B1-B83C-5B943E6C50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9855" y="2654424"/>
            <a:ext cx="3598415" cy="42035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C4B239F-70EF-4FBA-8DE1-A42F6734BC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3584" y="0"/>
            <a:ext cx="35984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17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AF404-DFDB-4D99-A7F4-4AFC40711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6389" y="277427"/>
            <a:ext cx="7238892" cy="1371600"/>
          </a:xfrm>
        </p:spPr>
        <p:txBody>
          <a:bodyPr/>
          <a:lstStyle/>
          <a:p>
            <a:r>
              <a:rPr lang="en-GB" dirty="0">
                <a:solidFill>
                  <a:srgbClr val="CC9A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the top 10 rock artists based on track count.</a:t>
            </a:r>
            <a:endParaRPr lang="en-IN" dirty="0">
              <a:solidFill>
                <a:srgbClr val="CC9A2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DCE8F7-3F40-42BA-B543-3EAEEBB48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4255" y="1896178"/>
            <a:ext cx="5406501" cy="17791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01FE53-84C3-4DCE-9CE5-AEB445BE05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2843" y="4261282"/>
            <a:ext cx="3009530" cy="20668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B4EC614-2089-4757-8F6B-54020852D1F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57" b="6667"/>
          <a:stretch/>
        </p:blipFill>
        <p:spPr>
          <a:xfrm>
            <a:off x="-1" y="0"/>
            <a:ext cx="41725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714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9F85E-79BD-45ED-835B-AE3D31CD4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7926" y="162017"/>
            <a:ext cx="6835806" cy="1435964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CC9A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all track names that are longer than the average track length.</a:t>
            </a:r>
            <a:endParaRPr lang="en-IN" dirty="0">
              <a:solidFill>
                <a:srgbClr val="CC9A2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4F8355-F21E-49C7-A7C4-BDFBA5A92C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137" y="2192785"/>
            <a:ext cx="5606249" cy="6818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50032B-005B-47DC-9587-D0B61D683F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5002" y="3630967"/>
            <a:ext cx="3632520" cy="27201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56EFC9-4AD5-4884-B536-B8AA32E889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3589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760681"/>
      </p:ext>
    </p:extLst>
  </p:cSld>
  <p:clrMapOvr>
    <a:masterClrMapping/>
  </p:clrMapOvr>
  <p:transition spd="slow">
    <p:comb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593CE-4148-4008-BE2D-F61C20869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256" y="186430"/>
            <a:ext cx="7514316" cy="887767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CC9A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Calculate how much each customer has spent on each artist. </a:t>
            </a:r>
            <a:endParaRPr lang="en-IN" dirty="0">
              <a:solidFill>
                <a:srgbClr val="CC9A2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CD3797-EE32-445C-9C11-9F1B819DB9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3572" y="0"/>
            <a:ext cx="4468427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11BB1D-C9DF-4C0D-B47B-790CF4206C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256" y="1274997"/>
            <a:ext cx="7221354" cy="27011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BECD83-E41C-406F-8335-640B842CC6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6879" y="4271935"/>
            <a:ext cx="395097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768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D3FDC-2575-4B38-8EAC-58BDFB454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8008" y="335727"/>
            <a:ext cx="7824819" cy="1371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 dirty="0">
                <a:solidFill>
                  <a:srgbClr val="CC9A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the most popular music genre for each country based on purchases.</a:t>
            </a:r>
            <a:endParaRPr lang="en-IN" dirty="0">
              <a:solidFill>
                <a:srgbClr val="CC9A2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CF1F4F-2B11-45FF-B185-C7071968F0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021584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5D24F4-D96B-46C8-8974-E8E984E9CF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887" y="4376690"/>
            <a:ext cx="2895600" cy="24102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92EAA8-8924-4B1C-A003-17886F6A41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6753" y="1799948"/>
            <a:ext cx="5186742" cy="2484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475188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4B1D9-DB75-42F0-A039-1CB63C699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377" y="568170"/>
            <a:ext cx="7567583" cy="116963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 dirty="0">
                <a:solidFill>
                  <a:srgbClr val="CC9A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the top-spending customer for each country</a:t>
            </a:r>
            <a:endParaRPr lang="en-IN" dirty="0">
              <a:solidFill>
                <a:srgbClr val="CC9A2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6BC990-B90D-4BF8-B7FD-D447728DD1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6536" y="-1"/>
            <a:ext cx="4175465" cy="6858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8B90E5-5C10-4676-BED4-523FD8042A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526" y="4438835"/>
            <a:ext cx="3626496" cy="23259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423C72-727C-474B-983C-B70D4798AA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452" y="1812245"/>
            <a:ext cx="5360299" cy="252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028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673</TotalTime>
  <Words>133</Words>
  <Application>Microsoft Office PowerPoint</Application>
  <PresentationFormat>Widescreen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Arial Black</vt:lpstr>
      <vt:lpstr>Century Gothic</vt:lpstr>
      <vt:lpstr>Mesh</vt:lpstr>
      <vt:lpstr>SQL Project Music Store</vt:lpstr>
      <vt:lpstr>Tables </vt:lpstr>
      <vt:lpstr>Find the most senior employee based on job title.</vt:lpstr>
      <vt:lpstr>Determine which countries have the most invoices. </vt:lpstr>
      <vt:lpstr>Identify the top 3 invoice totals.</vt:lpstr>
      <vt:lpstr>Find the city with the highest total invoice amount to determine the best location for a promotional event.</vt:lpstr>
      <vt:lpstr>Identify the customer who has spent the most money.</vt:lpstr>
      <vt:lpstr>Find the email, first name, and last name of customers who listen to Rock music.</vt:lpstr>
      <vt:lpstr>Identify the top 10 rock artists based on track count.</vt:lpstr>
      <vt:lpstr>Find all track names that are longer than the average track length.</vt:lpstr>
      <vt:lpstr>Calculate how much each customer has spent on each artist. </vt:lpstr>
      <vt:lpstr>Determine the most popular music genre for each country based on purchases.</vt:lpstr>
      <vt:lpstr>Identify the top-spending customer for each country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Project Music Store</dc:title>
  <dc:creator>TINA KALRA</dc:creator>
  <cp:lastModifiedBy>Tripti Keher</cp:lastModifiedBy>
  <cp:revision>34</cp:revision>
  <dcterms:created xsi:type="dcterms:W3CDTF">2025-11-04T17:12:39Z</dcterms:created>
  <dcterms:modified xsi:type="dcterms:W3CDTF">2025-11-11T11:15:22Z</dcterms:modified>
</cp:coreProperties>
</file>